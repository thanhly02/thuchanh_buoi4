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EB0C7-D8EB-436C-9156-A54EF86DFDAF}" v="96" dt="2026-10-09T03:15:10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 VO" userId="4e9371cf284a6f72" providerId="LiveId" clId="{4457D7DF-9D84-40AB-A6BC-B036EADA840B}"/>
    <pc:docChg chg="modSld">
      <pc:chgData name="LY VO" userId="4e9371cf284a6f72" providerId="LiveId" clId="{4457D7DF-9D84-40AB-A6BC-B036EADA840B}" dt="2026-10-09T03:14:50.934" v="92" actId="11529"/>
      <pc:docMkLst>
        <pc:docMk/>
      </pc:docMkLst>
      <pc:sldChg chg="addSp modSp modTransition modAnim">
        <pc:chgData name="LY VO" userId="4e9371cf284a6f72" providerId="LiveId" clId="{4457D7DF-9D84-40AB-A6BC-B036EADA840B}" dt="2026-10-09T02:58:48.976" v="72"/>
        <pc:sldMkLst>
          <pc:docMk/>
          <pc:sldMk cId="600435094" sldId="256"/>
        </pc:sldMkLst>
        <pc:spChg chg="add mod">
          <ac:chgData name="LY VO" userId="4e9371cf284a6f72" providerId="LiveId" clId="{4457D7DF-9D84-40AB-A6BC-B036EADA840B}" dt="2026-10-09T02:48:26.840" v="34"/>
          <ac:spMkLst>
            <pc:docMk/>
            <pc:sldMk cId="600435094" sldId="256"/>
            <ac:spMk id="4" creationId="{4146BA4F-CC3F-E9C1-D11B-B4796F215C4F}"/>
          </ac:spMkLst>
        </pc:spChg>
      </pc:sldChg>
      <pc:sldChg chg="addSp modSp modTransition modAnim">
        <pc:chgData name="LY VO" userId="4e9371cf284a6f72" providerId="LiveId" clId="{4457D7DF-9D84-40AB-A6BC-B036EADA840B}" dt="2026-10-09T02:58:27.479" v="70"/>
        <pc:sldMkLst>
          <pc:docMk/>
          <pc:sldMk cId="1241709376" sldId="257"/>
        </pc:sldMkLst>
        <pc:spChg chg="add mod">
          <ac:chgData name="LY VO" userId="4e9371cf284a6f72" providerId="LiveId" clId="{4457D7DF-9D84-40AB-A6BC-B036EADA840B}" dt="2026-10-09T02:49:35.908" v="37"/>
          <ac:spMkLst>
            <pc:docMk/>
            <pc:sldMk cId="1241709376" sldId="257"/>
            <ac:spMk id="4" creationId="{8C6383F2-0D60-4961-E852-AF1F104C1410}"/>
          </ac:spMkLst>
        </pc:spChg>
      </pc:sldChg>
      <pc:sldChg chg="addSp modSp modTransition modAnim">
        <pc:chgData name="LY VO" userId="4e9371cf284a6f72" providerId="LiveId" clId="{4457D7DF-9D84-40AB-A6BC-B036EADA840B}" dt="2026-10-09T02:59:04.337" v="74"/>
        <pc:sldMkLst>
          <pc:docMk/>
          <pc:sldMk cId="3629525538" sldId="258"/>
        </pc:sldMkLst>
        <pc:spChg chg="add mod">
          <ac:chgData name="LY VO" userId="4e9371cf284a6f72" providerId="LiveId" clId="{4457D7DF-9D84-40AB-A6BC-B036EADA840B}" dt="2026-10-09T02:50:23.948" v="40"/>
          <ac:spMkLst>
            <pc:docMk/>
            <pc:sldMk cId="3629525538" sldId="258"/>
            <ac:spMk id="4" creationId="{683D4826-0732-4D11-6A38-DE45AEFB7055}"/>
          </ac:spMkLst>
        </pc:spChg>
      </pc:sldChg>
      <pc:sldChg chg="addSp modSp modTransition modAnim">
        <pc:chgData name="LY VO" userId="4e9371cf284a6f72" providerId="LiveId" clId="{4457D7DF-9D84-40AB-A6BC-B036EADA840B}" dt="2026-10-09T02:59:28.931" v="76"/>
        <pc:sldMkLst>
          <pc:docMk/>
          <pc:sldMk cId="152827579" sldId="259"/>
        </pc:sldMkLst>
        <pc:spChg chg="add mod">
          <ac:chgData name="LY VO" userId="4e9371cf284a6f72" providerId="LiveId" clId="{4457D7DF-9D84-40AB-A6BC-B036EADA840B}" dt="2026-10-09T02:51:34.034" v="43"/>
          <ac:spMkLst>
            <pc:docMk/>
            <pc:sldMk cId="152827579" sldId="259"/>
            <ac:spMk id="4" creationId="{F6DE5308-3BDF-7DB1-EC9D-64B8B10DBE3F}"/>
          </ac:spMkLst>
        </pc:spChg>
      </pc:sldChg>
      <pc:sldChg chg="addSp modSp modTransition modAnim">
        <pc:chgData name="LY VO" userId="4e9371cf284a6f72" providerId="LiveId" clId="{4457D7DF-9D84-40AB-A6BC-B036EADA840B}" dt="2026-10-09T02:59:42.042" v="78"/>
        <pc:sldMkLst>
          <pc:docMk/>
          <pc:sldMk cId="971936133" sldId="260"/>
        </pc:sldMkLst>
        <pc:spChg chg="add mod">
          <ac:chgData name="LY VO" userId="4e9371cf284a6f72" providerId="LiveId" clId="{4457D7DF-9D84-40AB-A6BC-B036EADA840B}" dt="2026-10-09T02:52:25.068" v="46"/>
          <ac:spMkLst>
            <pc:docMk/>
            <pc:sldMk cId="971936133" sldId="260"/>
            <ac:spMk id="4" creationId="{57FE2BC2-8EF7-9EF7-426F-F4483C3921DA}"/>
          </ac:spMkLst>
        </pc:spChg>
      </pc:sldChg>
      <pc:sldChg chg="addSp delSp modSp modTransition modAnim">
        <pc:chgData name="LY VO" userId="4e9371cf284a6f72" providerId="LiveId" clId="{4457D7DF-9D84-40AB-A6BC-B036EADA840B}" dt="2026-10-09T02:59:54.608" v="81"/>
        <pc:sldMkLst>
          <pc:docMk/>
          <pc:sldMk cId="2005948743" sldId="261"/>
        </pc:sldMkLst>
        <pc:spChg chg="mod">
          <ac:chgData name="LY VO" userId="4e9371cf284a6f72" providerId="LiveId" clId="{4457D7DF-9D84-40AB-A6BC-B036EADA840B}" dt="2026-10-09T02:59:50.759" v="80"/>
          <ac:spMkLst>
            <pc:docMk/>
            <pc:sldMk cId="2005948743" sldId="261"/>
            <ac:spMk id="2" creationId="{A045E901-06B3-1006-641A-44FF8D700AC4}"/>
          </ac:spMkLst>
        </pc:spChg>
        <pc:spChg chg="add del mod">
          <ac:chgData name="LY VO" userId="4e9371cf284a6f72" providerId="LiveId" clId="{4457D7DF-9D84-40AB-A6BC-B036EADA840B}" dt="2026-10-09T02:30:23.638" v="1"/>
          <ac:spMkLst>
            <pc:docMk/>
            <pc:sldMk cId="2005948743" sldId="261"/>
            <ac:spMk id="4" creationId="{56B426D8-58BC-B8F7-5431-DA7679DA0379}"/>
          </ac:spMkLst>
        </pc:spChg>
        <pc:spChg chg="add mod">
          <ac:chgData name="LY VO" userId="4e9371cf284a6f72" providerId="LiveId" clId="{4457D7DF-9D84-40AB-A6BC-B036EADA840B}" dt="2026-10-09T02:52:53.220" v="49"/>
          <ac:spMkLst>
            <pc:docMk/>
            <pc:sldMk cId="2005948743" sldId="261"/>
            <ac:spMk id="5" creationId="{D76B4B5D-F3AB-CF9C-61F3-CE0F358E3344}"/>
          </ac:spMkLst>
        </pc:spChg>
      </pc:sldChg>
      <pc:sldChg chg="addSp modSp modTransition modAnim">
        <pc:chgData name="LY VO" userId="4e9371cf284a6f72" providerId="LiveId" clId="{4457D7DF-9D84-40AB-A6BC-B036EADA840B}" dt="2026-10-09T03:13:12.236" v="91" actId="11529"/>
        <pc:sldMkLst>
          <pc:docMk/>
          <pc:sldMk cId="1125918378" sldId="262"/>
        </pc:sldMkLst>
        <pc:spChg chg="mod">
          <ac:chgData name="LY VO" userId="4e9371cf284a6f72" providerId="LiveId" clId="{4457D7DF-9D84-40AB-A6BC-B036EADA840B}" dt="2026-10-09T02:32:15.989" v="2"/>
          <ac:spMkLst>
            <pc:docMk/>
            <pc:sldMk cId="1125918378" sldId="262"/>
            <ac:spMk id="3" creationId="{99FD94D3-5987-EC21-E76A-AFCB464D391C}"/>
          </ac:spMkLst>
        </pc:spChg>
        <pc:spChg chg="add mod">
          <ac:chgData name="LY VO" userId="4e9371cf284a6f72" providerId="LiveId" clId="{4457D7DF-9D84-40AB-A6BC-B036EADA840B}" dt="2026-10-09T02:53:16.893" v="52"/>
          <ac:spMkLst>
            <pc:docMk/>
            <pc:sldMk cId="1125918378" sldId="262"/>
            <ac:spMk id="4" creationId="{B2EB2E25-B186-129D-79D5-A12ECFDC4516}"/>
          </ac:spMkLst>
        </pc:spChg>
        <pc:spChg chg="add mod">
          <ac:chgData name="LY VO" userId="4e9371cf284a6f72" providerId="LiveId" clId="{4457D7DF-9D84-40AB-A6BC-B036EADA840B}" dt="2026-10-09T03:13:12.236" v="91" actId="11529"/>
          <ac:spMkLst>
            <pc:docMk/>
            <pc:sldMk cId="1125918378" sldId="262"/>
            <ac:spMk id="10" creationId="{A96D8FB6-46D7-1A54-CC37-55225F3D5566}"/>
          </ac:spMkLst>
        </pc:spChg>
      </pc:sldChg>
      <pc:sldChg chg="addSp modSp modTransition modAnim">
        <pc:chgData name="LY VO" userId="4e9371cf284a6f72" providerId="LiveId" clId="{4457D7DF-9D84-40AB-A6BC-B036EADA840B}" dt="2026-10-09T03:14:50.934" v="92" actId="11529"/>
        <pc:sldMkLst>
          <pc:docMk/>
          <pc:sldMk cId="364786152" sldId="263"/>
        </pc:sldMkLst>
        <pc:spChg chg="add mod">
          <ac:chgData name="LY VO" userId="4e9371cf284a6f72" providerId="LiveId" clId="{4457D7DF-9D84-40AB-A6BC-B036EADA840B}" dt="2026-10-09T02:45:02.699" v="25" actId="767"/>
          <ac:spMkLst>
            <pc:docMk/>
            <pc:sldMk cId="364786152" sldId="263"/>
            <ac:spMk id="5" creationId="{A840DF58-2B01-9C12-F7B4-E359B73F1E3D}"/>
          </ac:spMkLst>
        </pc:spChg>
        <pc:spChg chg="add mod">
          <ac:chgData name="LY VO" userId="4e9371cf284a6f72" providerId="LiveId" clId="{4457D7DF-9D84-40AB-A6BC-B036EADA840B}" dt="2026-10-09T02:53:41.132" v="55"/>
          <ac:spMkLst>
            <pc:docMk/>
            <pc:sldMk cId="364786152" sldId="263"/>
            <ac:spMk id="6" creationId="{5E90974E-F0FA-5B2D-CC6A-157A783927FF}"/>
          </ac:spMkLst>
        </pc:spChg>
        <pc:spChg chg="add mod">
          <ac:chgData name="LY VO" userId="4e9371cf284a6f72" providerId="LiveId" clId="{4457D7DF-9D84-40AB-A6BC-B036EADA840B}" dt="2026-10-09T03:14:50.934" v="92" actId="11529"/>
          <ac:spMkLst>
            <pc:docMk/>
            <pc:sldMk cId="364786152" sldId="263"/>
            <ac:spMk id="10" creationId="{23B4FA5F-EAFE-1CC5-BF9B-FAC6E3F3773C}"/>
          </ac:spMkLst>
        </pc:spChg>
        <pc:graphicFrameChg chg="mod">
          <ac:chgData name="LY VO" userId="4e9371cf284a6f72" providerId="LiveId" clId="{4457D7DF-9D84-40AB-A6BC-B036EADA840B}" dt="2026-10-09T02:41:18.624" v="24"/>
          <ac:graphicFrameMkLst>
            <pc:docMk/>
            <pc:sldMk cId="364786152" sldId="263"/>
            <ac:graphicFrameMk id="4" creationId="{4747B53D-5C3A-1B1E-95AA-75157FD7C06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7F41-8F2F-3FDC-7F49-DEDB1DD7E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72F3C-FAC8-22FC-19A4-3E157E055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3CFE5-F9C0-A20C-DF6F-115A0FB7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70C76-D466-576A-ED9F-46A57A03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10CC-8E57-DAF0-15DF-7F3CF135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8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3350-A4B1-8EB7-9D5C-452F4581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E980B-D8A7-D269-7B44-2B29CC065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Aptos" panose="020B0004020202020204" pitchFamily="34" charset="0"/>
              <a:buChar char="-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DEEF5-BF84-943E-E36D-5ECA8945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08F11-29DE-5BAE-4364-B24BD46A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27D6-E0D9-D503-0B7E-8FC0999B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45BE-472C-55FD-8ADE-406E8BAF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01902-0D7A-2702-F5E8-60AE9C5A3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CB97-5923-FE7A-991C-D47C7D62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32D9-206E-4DF0-446F-C8D72C66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7B699-4568-D8C2-AA67-CB0DDE0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29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8E67A-585C-45BA-90A6-867D9EB8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A2DB-A2D3-A83A-CCC4-FFFD957C9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BBDF6-53E5-AA76-CE55-FD70798C9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08085-C5F1-546A-FB0A-05431A03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10BCD-1759-A53E-3C91-316FBAB2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F4D92-AC9C-1E2F-31A7-8842BCA4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3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6ECE-6A2D-8B49-BD8D-2FB738F96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33493-DB6C-255F-5EE3-A917A407B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41179-472E-A594-3F9F-6AF9FCF59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E5DEA-9716-18A5-10A6-504866271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00F72-A421-6C54-C77E-B2AEED6E8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0D90E-7941-472F-CD91-E6D1BD96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B8575-3A12-128F-B57D-FD66E3B8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62127-6056-FBDE-9A55-302D989F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6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419F-88E7-BA49-EA25-0D217BF2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B2D65-A5E7-F781-91A7-75F0BB2E0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097B5-30EA-88CA-D7C9-DCA07975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7F9C0-88DD-6E8D-CD55-2E88A1C4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8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56870-698A-2D11-85DB-36D00652D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F5F80-B331-5612-E07F-9711DFF0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53487-73C5-A007-1481-5A92E880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2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A337-F943-BDF3-21D1-7D854168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8AE6D-522C-F725-2A7E-E0FC9DCF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696D5-C804-DAAB-6122-E313354F7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B3ED-71E8-954A-5067-0ED353B8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86FB9-E6AC-6DBC-FD0F-76A91FBC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2A4C-44DE-B444-A0B4-701BB578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5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7FF8-13F3-3AAF-8D0A-B953362FA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B6B0F-13E5-6B48-65BC-957AA65B0E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9ACBE-07E5-9364-0135-5F821D010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A82D2-230B-F117-9ECE-2148D2C2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42B2B-C7A0-977E-ECB8-8C37DFAD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70909-53C1-BE16-B9AE-95B95EBC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5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EDA66-537C-C1B5-AC54-913C534E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52777-0DB2-C1B4-3483-03694E441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FCB4C-34C3-FBBA-DB49-9EB38C56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167FF-92CD-A204-E4EE-9B32DEDA9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18971-8A49-71C1-A54C-82A961DE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0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BB94A-359D-59A3-8D96-9873B9FC7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CD65F-4C01-B285-F02E-F6E259B47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3D553-BFDF-40FE-1052-A8A90898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CDE4F-BF31-8BEA-9BBF-76782E0E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B5E46-FD1E-0041-97C1-D91CA3D9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5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D5E46-4C25-2BA8-5460-D2CEBC50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647F-5CE8-C969-05DD-953ECC570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4D1F2-F61D-3AF0-4F4F-82ED96A37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33F64-9C40-4497-BED6-4A265F300F3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65F1-AB89-A0A7-FAAD-68A491FCE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73413-44F9-FEA5-B71F-4BEC3B022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23B2F-D865-4A12-94BC-DD3D8293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7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ptos" panose="020B0004020202020204" pitchFamily="34" charset="0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ptos" panose="020B0004020202020204" pitchFamily="34" charset="0"/>
        <a:buChar char="+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CC90-DB99-40CD-9F56-03D54CE88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r>
              <a:rPr lang="vi-VN" dirty="0"/>
              <a:t>BỐ CỤC MỘT BÀI THUYẾT TRÌNH</a:t>
            </a:r>
            <a:br>
              <a:rPr lang="vi-VN" dirty="0"/>
            </a:br>
            <a:r>
              <a:rPr lang="vi-VN" sz="3200" dirty="0">
                <a:solidFill>
                  <a:schemeClr val="tx1"/>
                </a:solidFill>
              </a:rPr>
              <a:t>ThS. Họ và Tên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57797-B23D-744C-37BE-AB88EAC9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7893" y="4652211"/>
            <a:ext cx="5229727" cy="513348"/>
          </a:xfrm>
        </p:spPr>
        <p:txBody>
          <a:bodyPr>
            <a:normAutofit fontScale="92500"/>
          </a:bodyPr>
          <a:lstStyle/>
          <a:p>
            <a:r>
              <a:rPr lang="vi-VN" sz="2800" dirty="0"/>
              <a:t>Trích từ Tủ sách Khoa học VLOS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6BA4F-CC3F-E9C1-D11B-B4796F215C4F}"/>
              </a:ext>
            </a:extLst>
          </p:cNvPr>
          <p:cNvSpPr txBox="1"/>
          <p:nvPr/>
        </p:nvSpPr>
        <p:spPr>
          <a:xfrm>
            <a:off x="10940716" y="5938475"/>
            <a:ext cx="497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435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1D27-F191-4F85-4119-6995DF68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509"/>
            <a:ext cx="10515600" cy="1325563"/>
          </a:xfrm>
        </p:spPr>
        <p:txBody>
          <a:bodyPr/>
          <a:lstStyle/>
          <a:p>
            <a:r>
              <a:rPr lang="vi-VN" dirty="0"/>
              <a:t>GIỚI 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053BD-0811-95CA-EA83-18D7F7F03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mở đầu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Cần đạt được mục tiêu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chính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Đưa ra giải pháp, ý kiến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kết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Tóm tắt các nội dung đã được trình bày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383F2-0D60-4961-E852-AF1F104C1410}"/>
              </a:ext>
            </a:extLst>
          </p:cNvPr>
          <p:cNvSpPr txBox="1"/>
          <p:nvPr/>
        </p:nvSpPr>
        <p:spPr>
          <a:xfrm>
            <a:off x="10964780" y="5807630"/>
            <a:ext cx="537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709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5CD3-2EA2-2D48-3CD4-F90202BE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Phần mở đầu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F916E-E256-A282-8B1A-97B113BC3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hút sự chú ý của người nghe</a:t>
            </a:r>
          </a:p>
          <a:p>
            <a:pPr lvl="1"/>
            <a:r>
              <a:rPr lang="vi-VN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Sử dụng một đoạn trích dẫn</a:t>
            </a:r>
            <a:endParaRPr lang="vi-VN" u="sng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 câu hỏi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 lời hứa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Thậm chí làm mọi người phải hoạt động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Tóm lược các nội dung liên quan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Đã được trình bày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đa số người nghe biết rõ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D4826-0732-4D11-6A38-DE45AEFB7055}"/>
              </a:ext>
            </a:extLst>
          </p:cNvPr>
          <p:cNvSpPr txBox="1"/>
          <p:nvPr/>
        </p:nvSpPr>
        <p:spPr>
          <a:xfrm>
            <a:off x="10744200" y="5823020"/>
            <a:ext cx="60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5255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34D40-B8D6-3564-D7A9-D3DE3CBD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Phần 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B922-F3CA-9AEC-78B5-A688AFA28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chính với các nội dung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Vấn đề cần giải quyết, yêu cầu công việc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tưởng và giải pháp</a:t>
            </a:r>
          </a:p>
          <a:p>
            <a:pPr lvl="1"/>
            <a:r>
              <a:rPr lang="vi-VN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Cung cấp ví dụ để chứng minh</a:t>
            </a:r>
            <a:endParaRPr lang="vi-VN" u="sng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Lợi ích khi áp dụng giải pháp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trình hành động/các việc làm cụ thể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E5308-3BDF-7DB1-EC9D-64B8B10DBE3F}"/>
              </a:ext>
            </a:extLst>
          </p:cNvPr>
          <p:cNvSpPr txBox="1"/>
          <p:nvPr/>
        </p:nvSpPr>
        <p:spPr>
          <a:xfrm>
            <a:off x="10932695" y="5604014"/>
            <a:ext cx="842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275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A21A-F295-3B7E-64B5-A5962D9E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Phần 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EE113-835E-D808-5ACD-D6855FBD4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Tóm tắt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cuối cùng</a:t>
            </a: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Liệu còn điều gì bạn muốn nghe ghi nhớ?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E2BC2-8EF7-9EF7-426F-F4483C3921DA}"/>
              </a:ext>
            </a:extLst>
          </p:cNvPr>
          <p:cNvSpPr txBox="1"/>
          <p:nvPr/>
        </p:nvSpPr>
        <p:spPr>
          <a:xfrm>
            <a:off x="10852237" y="5534915"/>
            <a:ext cx="501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936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E901-06B3-1006-641A-44FF8D70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vi-VN" dirty="0">
                <a:solidFill>
                  <a:schemeClr val="tx1"/>
                </a:solidFill>
              </a:rPr>
              <a:t>Cảm ơn sự chú ý của quý vị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B4B5D-F3AB-CF9C-61F3-CE0F358E3344}"/>
              </a:ext>
            </a:extLst>
          </p:cNvPr>
          <p:cNvSpPr txBox="1"/>
          <p:nvPr/>
        </p:nvSpPr>
        <p:spPr>
          <a:xfrm>
            <a:off x="10716126" y="5534525"/>
            <a:ext cx="637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948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D74E-F0FB-2AD9-C4A4-CE085EB3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800" dirty="0"/>
              <a:t>Ví dụ: sử dụng một đoạn trích dẫn khi giới thiệu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4D3-5987-EC21-E76A-AFCB464D3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giỏi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CNTT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?"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B2E25-B186-129D-79D5-A12ECFDC4516}"/>
              </a:ext>
            </a:extLst>
          </p:cNvPr>
          <p:cNvSpPr txBox="1"/>
          <p:nvPr/>
        </p:nvSpPr>
        <p:spPr>
          <a:xfrm>
            <a:off x="10780295" y="5598695"/>
            <a:ext cx="5735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Action Button: Return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96D8FB6-46D7-1A54-CC37-55225F3D5566}"/>
              </a:ext>
            </a:extLst>
          </p:cNvPr>
          <p:cNvSpPr/>
          <p:nvPr/>
        </p:nvSpPr>
        <p:spPr>
          <a:xfrm>
            <a:off x="6673516" y="5598695"/>
            <a:ext cx="1042416" cy="1042416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18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AB69-ECE9-A209-4862-49450AF7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88" y="311006"/>
            <a:ext cx="10515600" cy="1325563"/>
          </a:xfrm>
        </p:spPr>
        <p:txBody>
          <a:bodyPr/>
          <a:lstStyle/>
          <a:p>
            <a:r>
              <a:rPr lang="vi-VN" dirty="0"/>
              <a:t>Ví dụ minh chứng một vấn đề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47B53D-5C3A-1B1E-95AA-75157FD7C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729519"/>
              </p:ext>
            </p:extLst>
          </p:nvPr>
        </p:nvGraphicFramePr>
        <p:xfrm>
          <a:off x="834189" y="2643772"/>
          <a:ext cx="105156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5968">
                  <a:extLst>
                    <a:ext uri="{9D8B030D-6E8A-4147-A177-3AD203B41FA5}">
                      <a16:colId xmlns:a16="http://schemas.microsoft.com/office/drawing/2014/main" val="236684860"/>
                    </a:ext>
                  </a:extLst>
                </a:gridCol>
                <a:gridCol w="3669632">
                  <a:extLst>
                    <a:ext uri="{9D8B030D-6E8A-4147-A177-3AD203B41FA5}">
                      <a16:colId xmlns:a16="http://schemas.microsoft.com/office/drawing/2014/main" val="1564289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Tên nghành/chuyên nghành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Số lượng tuyển sinh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40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Công nghê thông tin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272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926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Công nghê thông tin - CLC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144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0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Công nghệ  thông tin - HA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75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97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Mjang máy tính và truyền thông dữ liệu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149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708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Kỹ thuật phần mềm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266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12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Hệ thống thông tin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135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46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Khoa học máy tính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178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32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Tin học ứng dụng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32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360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b="1" dirty="0"/>
                        <a:t>Tổng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/>
                        <a:t>1251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0028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40DF58-2B01-9C12-F7B4-E359B73F1E3D}"/>
              </a:ext>
            </a:extLst>
          </p:cNvPr>
          <p:cNvSpPr txBox="1"/>
          <p:nvPr/>
        </p:nvSpPr>
        <p:spPr>
          <a:xfrm>
            <a:off x="834188" y="1797897"/>
            <a:ext cx="6112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Bảng thống kê kết quả tuyển sinh 2020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0974E-F0FA-5B2D-CC6A-157A783927FF}"/>
              </a:ext>
            </a:extLst>
          </p:cNvPr>
          <p:cNvSpPr txBox="1"/>
          <p:nvPr/>
        </p:nvSpPr>
        <p:spPr>
          <a:xfrm>
            <a:off x="11357811" y="6079958"/>
            <a:ext cx="537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dirty="0">
                <a:solidFill>
                  <a:schemeClr val="bg1">
                    <a:lumMod val="50000"/>
                  </a:schemeClr>
                </a:solidFill>
              </a:rPr>
              <a:t>8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Action Button: Return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3B4FA5F-EAFE-1CC5-BF9B-FAC6E3F3773C}"/>
              </a:ext>
            </a:extLst>
          </p:cNvPr>
          <p:cNvSpPr/>
          <p:nvPr/>
        </p:nvSpPr>
        <p:spPr>
          <a:xfrm>
            <a:off x="9192127" y="1017091"/>
            <a:ext cx="1042416" cy="1042416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61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CTU_PowerPoint_Template</Template>
  <TotalTime>72</TotalTime>
  <Words>375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Times New Roman</vt:lpstr>
      <vt:lpstr>Wingdings</vt:lpstr>
      <vt:lpstr>Office Theme</vt:lpstr>
      <vt:lpstr>BỐ CỤC MỘT BÀI THUYẾT TRÌNH ThS. Họ và Tên</vt:lpstr>
      <vt:lpstr>GIỚI THIỆU</vt:lpstr>
      <vt:lpstr>Phần mở đầu</vt:lpstr>
      <vt:lpstr>Phần chính</vt:lpstr>
      <vt:lpstr>Phần kết</vt:lpstr>
      <vt:lpstr>Cảm ơn sự chú ý của quý vị</vt:lpstr>
      <vt:lpstr>Ví dụ: 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 VO</dc:creator>
  <cp:lastModifiedBy>LY VO</cp:lastModifiedBy>
  <cp:revision>1</cp:revision>
  <dcterms:created xsi:type="dcterms:W3CDTF">2026-10-09T02:03:17Z</dcterms:created>
  <dcterms:modified xsi:type="dcterms:W3CDTF">2026-10-09T03:15:40Z</dcterms:modified>
</cp:coreProperties>
</file>